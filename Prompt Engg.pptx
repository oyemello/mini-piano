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1300" y="2424113"/>
            <a:ext cx="40386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Discovering Prompt Engineering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2138" y="2424113"/>
            <a:ext cx="5881688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Process of crafting precise and effective prompts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3575" y="2219325"/>
            <a:ext cx="5734050" cy="704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You are an experienced author for web texts. Your task is to create a blog post on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Books on beach holiday that is targeted towards families with school children.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It should be around 500 words with proper formatting. It should answer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the thought “Things to do with your family on a beach holiday”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9900" y="2957513"/>
            <a:ext cx="3586163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role — task — context — format — example/goal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914525" y="2014538"/>
            <a:ext cx="5772150" cy="704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You are an experienced author</a:t>
            </a:r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 for web texts. Your task is to </a:t>
            </a:r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create a blog post on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Books on beach holiday</a:t>
            </a:r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 that is targeted towards </a:t>
            </a:r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families with school children</a:t>
            </a:r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.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It should be around </a:t>
            </a:r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500 words with proper formatting</a:t>
            </a:r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. It should answer</a:t>
            </a:r>
            <a:endParaRPr lang="en-US" sz="1125" dirty="0"/>
          </a:p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the thought </a:t>
            </a:r>
            <a:pPr algn="ctr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“Things to do with your family on a beach holiday”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0" y="3571875"/>
            <a:ext cx="4267200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cue — instructions/comments — summary/additional info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19213" y="1395413"/>
            <a:ext cx="3590925" cy="1938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cue: </a:t>
            </a:r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blog for books for a beach holiday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instructions/comments: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Write a 500-word blog post titled “Things to Do with Your Family on a Beach Holiday.”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You’re an experienced author who writes web-friendly, engaging text. The tone should be warm, conversational, and oriented toward families with school-age children. Include headings and short paragraphs so it reads easily online.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4691063" y="1395413"/>
            <a:ext cx="3590925" cy="1938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summary/additional info:</a:t>
            </a:r>
            <a:endParaRPr lang="en-US" sz="1125" dirty="0"/>
          </a:p>
          <a:p>
            <a:pPr algn="l" marL="342900" indent="-342900">
              <a:lnSpc>
                <a:spcPts val="1395"/>
              </a:lnSpc>
              <a:buSzPct val="100000"/>
              <a:buChar char="•"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Audience: families planning a beach holiday with kids</a:t>
            </a:r>
            <a:endParaRPr lang="en-US" sz="1125" dirty="0"/>
          </a:p>
          <a:p>
            <a:pPr algn="l" marL="342900" indent="-342900">
              <a:lnSpc>
                <a:spcPts val="1395"/>
              </a:lnSpc>
              <a:buSzPct val="100000"/>
              <a:buChar char="•"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Purpose: inspire ideas and activities beyond just swimming or sunbathing</a:t>
            </a:r>
            <a:endParaRPr lang="en-US" sz="1125" dirty="0"/>
          </a:p>
          <a:p>
            <a:pPr algn="l" marL="342900" indent="-342900">
              <a:lnSpc>
                <a:spcPts val="1395"/>
              </a:lnSpc>
              <a:buSzPct val="100000"/>
              <a:buChar char="•"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Include: book suggestions, fun games, bonding ideas, and relaxation tips</a:t>
            </a:r>
            <a:endParaRPr lang="en-US" sz="1125" dirty="0"/>
          </a:p>
          <a:p>
            <a:pPr algn="l" marL="342900" indent="-342900">
              <a:lnSpc>
                <a:spcPts val="1395"/>
              </a:lnSpc>
              <a:buSzPct val="100000"/>
              <a:buChar char="•"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Format: web-ready article (~500 words) with proper subheadings</a:t>
            </a:r>
            <a:endParaRPr lang="en-US" sz="1125" dirty="0"/>
          </a:p>
          <a:p>
            <a:pPr algn="l" marL="342900" indent="-342900">
              <a:lnSpc>
                <a:spcPts val="1395"/>
              </a:lnSpc>
              <a:buSzPct val="100000"/>
              <a:buChar char="•"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Mention of files: none (no external edits needed)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050" y="547688"/>
            <a:ext cx="1158348" cy="523875"/>
          </a:xfrm>
          <a:prstGeom prst="roundRect">
            <a:avLst>
              <a:gd name="adj" fmla="val 69818"/>
            </a:avLst>
          </a:prstGeom>
          <a:solidFill>
            <a:srgbClr val="8B2F2F"/>
          </a:solidFill>
          <a:ln w="38100">
            <a:solidFill>
              <a:srgbClr val="B256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47925" y="700088"/>
            <a:ext cx="220133" cy="220133"/>
          </a:xfrm>
          <a:prstGeom prst="rect">
            <a:avLst/>
          </a:prstGeom>
          <a:solidFill>
            <a:srgbClr val="D9D9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1362075"/>
            <a:ext cx="1381125" cy="9763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3" y="2628900"/>
            <a:ext cx="1381125" cy="11239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13" y="4043363"/>
            <a:ext cx="1381125" cy="5524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689" y="749846"/>
            <a:ext cx="120616" cy="12061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691063" y="633413"/>
            <a:ext cx="3590925" cy="405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cue: </a:t>
            </a:r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add a button // i want a button, that is: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instructions/comments: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width 184px, height 50px, padding 30px all around, border width 3px, border corner radius 40px, icon is 46.22px*46.22px, gap between icon and text is 20px. button text is “Button” and size is 42px, typeface is SF Pro Display Regular.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button bg color (0,49%, 36%, 1),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border color (0,38%, 52%, 1),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text and icon color (0,0%,100%,1)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summary/additional info: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colors are in HSLA, path for the icon: `public/icons/close.svg`.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for design system purposes create the following tokens: - (0,49%, 36%, 1): primary,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- (0,38%, 52%, 1): primary-tint-100</a:t>
            </a:r>
            <a:endParaRPr lang="en-US" sz="1125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- (0,0%,100%,1): neutral-white</a:t>
            </a:r>
            <a:endParaRPr lang="en-US" sz="1125" dirty="0"/>
          </a:p>
        </p:txBody>
      </p:sp>
      <p:sp>
        <p:nvSpPr>
          <p:cNvPr id="9" name="Text 3"/>
          <p:cNvSpPr/>
          <p:nvPr/>
        </p:nvSpPr>
        <p:spPr>
          <a:xfrm>
            <a:off x="2763310" y="690563"/>
            <a:ext cx="1014413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575" dirty="0">
                <a:solidFill>
                  <a:srgbClr val="FFFFFF">
                    <a:alpha val="99000"/>
                  </a:srgbClr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Button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9838" y="2424113"/>
            <a:ext cx="45815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“AI is </a:t>
            </a:r>
            <a:pPr algn="ctr" indent="0" marL="0">
              <a:lnSpc>
                <a:spcPts val="2325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dumb</a:t>
            </a:r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 without a human-in-loop”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6975" y="2276475"/>
            <a:ext cx="4672013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prompt: </a:t>
            </a:r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make a mini piano, that works on my laptop and teaches me basics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924" y="422593"/>
            <a:ext cx="3466068" cy="198519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637" y="422712"/>
            <a:ext cx="3473676" cy="198495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24" y="2622102"/>
            <a:ext cx="3466068" cy="19851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637" y="2622221"/>
            <a:ext cx="3473676" cy="1984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2638" y="3405188"/>
            <a:ext cx="419100" cy="4191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1752600" y="3405188"/>
            <a:ext cx="419100" cy="419100"/>
          </a:xfrm>
          <a:prstGeom prst="roundRect">
            <a:avLst/>
          </a:prstGeom>
          <a:solidFill>
            <a:srgbClr val="D9D9D9"/>
          </a:solidFill>
          <a:ln/>
        </p:spPr>
      </p:sp>
      <p:sp>
        <p:nvSpPr>
          <p:cNvPr id="4" name="Shape 2"/>
          <p:cNvSpPr/>
          <p:nvPr/>
        </p:nvSpPr>
        <p:spPr>
          <a:xfrm>
            <a:off x="5876925" y="1204913"/>
            <a:ext cx="419100" cy="419100"/>
          </a:xfrm>
          <a:prstGeom prst="ellipse">
            <a:avLst/>
          </a:prstGeom>
          <a:solidFill>
            <a:srgbClr val="D9D9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213" y="423858"/>
            <a:ext cx="3466068" cy="198519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423865"/>
            <a:ext cx="3473676" cy="1984959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3" y="2624139"/>
            <a:ext cx="3466068" cy="1985197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2624137"/>
            <a:ext cx="3473676" cy="198495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538" y="3284693"/>
            <a:ext cx="419100" cy="41910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929" y="3103187"/>
            <a:ext cx="419100" cy="41910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263" y="1204913"/>
            <a:ext cx="419100" cy="41910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8763" y="1204913"/>
            <a:ext cx="419100" cy="419100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7825" y="1084418"/>
            <a:ext cx="419100" cy="4191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6400800" y="3467100"/>
            <a:ext cx="1128713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codex</a:t>
            </a:r>
            <a:endParaRPr lang="en-US" sz="1875" dirty="0"/>
          </a:p>
        </p:txBody>
      </p:sp>
      <p:sp>
        <p:nvSpPr>
          <p:cNvPr id="15" name="Text 4"/>
          <p:cNvSpPr/>
          <p:nvPr/>
        </p:nvSpPr>
        <p:spPr>
          <a:xfrm>
            <a:off x="2290763" y="3467100"/>
            <a:ext cx="1757363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figma make</a:t>
            </a:r>
            <a:endParaRPr lang="en-US" sz="1875" dirty="0"/>
          </a:p>
        </p:txBody>
      </p:sp>
      <p:sp>
        <p:nvSpPr>
          <p:cNvPr id="16" name="Text 5"/>
          <p:cNvSpPr/>
          <p:nvPr/>
        </p:nvSpPr>
        <p:spPr>
          <a:xfrm>
            <a:off x="1876425" y="1266825"/>
            <a:ext cx="258127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figma mcp + cursor</a:t>
            </a:r>
            <a:endParaRPr lang="en-US" sz="1875" dirty="0"/>
          </a:p>
        </p:txBody>
      </p:sp>
      <p:sp>
        <p:nvSpPr>
          <p:cNvPr id="17" name="Text 6"/>
          <p:cNvSpPr/>
          <p:nvPr/>
        </p:nvSpPr>
        <p:spPr>
          <a:xfrm>
            <a:off x="6415088" y="1266825"/>
            <a:ext cx="1633538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>
                    <a:alpha val="99000"/>
                  </a:srgbClr>
                </a:solidFill>
                <a:latin typeface="Braun Linear" pitchFamily="34" charset="0"/>
                <a:ea typeface="Braun Linear" pitchFamily="34" charset="-122"/>
                <a:cs typeface="Braun Linear" pitchFamily="34" charset="-120"/>
              </a:rPr>
              <a:t>v0 + codex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2025-11-19T16:13:19Z</dcterms:created>
  <dcterms:modified xsi:type="dcterms:W3CDTF">2025-11-19T16:13:19Z</dcterms:modified>
</cp:coreProperties>
</file>